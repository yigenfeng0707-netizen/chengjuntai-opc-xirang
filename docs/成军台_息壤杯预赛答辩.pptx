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各位评委好，我们是成军台。一句话：让一个人也能成军——在息壤上把调研、内容、问数、运营、复盘拉成一支可验收的 AI 小队；同时接上真政采与标书，服务政企落地。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OPC 不是缺模型，是缺操作系统：目标进来，任务树、人审、产物和周报要能交付。电信政企场景里，还要把种草内容、标讯洞察和标书材料串在同一条链上。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方案：目标驱动战役 + AI 员工矩阵 + 可导出 Word。增量：内容工厂、标书工作台、真政采 NL2SQL。底座落在息壤与天翼云，赛道是惠民 AI+自选。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零讲解路径：点评委体验 → 打开已完成样例 → 导出成军周报 → 再看一张问数表。评委自己点也能走通——直接打实用性与完整性。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一人输入目标，五类角色并行，产物进抽屉，可预览、可导出 Word——创新点在可验收小队，不在多聊几句。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工程底座：Web 看板、司令 Agent、战役状态机、多 Agent、息壤 LLM、NL2SQL 与标讯库。无 Key 明确失败，禁止静默 mock。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浙江政采公开标讯约 382 条入库可刷新；样例周包种子化保证 60 秒可走通；产物可预览、可导出 Word、可推入标书知识库。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标书材料工作台：粘贴招标文本 → 要求拆解 → 生成证据矩阵 → 导出 Word 附卷。电信员工熟悉的政企场景，OPC 也能成军。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五维对位：创新在 OS 形态，实用在周报与标讯成军，完整在 60 秒可走通，技术在多智能体与真数据，价值在惠民一人成军与电信政企落地。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先把一人成军跑通，再按 Token 与席位经营；模板与标讯越用越厚。惠民：让个体用得起、看得见交付的 AI 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提交对齐：60 秒电影级视频、本 PPT、主仓 chengjuntai-opc-xirang、评委只读账号当面提供；公网 HTTPS 与正式 Token 按审批推进。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预赛打穿 60 秒与材料完整；复赛加深行业模板、证据矩阵与经营数据；远景行业方案包与孵化。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谢谢各位评委。欢迎提问，也可现在打开 Demo，点「评委 60 秒体验」自己走一遍。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meline_6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agen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evidenc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five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business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demo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