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各位评委好，我们是成军台。一句话：让一个人也能成军——在息壤上把调研、内容、问数、运营、复盘拉成一支可验收的 AI 小队；同时接上真政采与标书，服务政企落地。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OPC 不是缺模型，是缺操作系统：目标进来，任务树、人审、产物和周报要能交付。电信政企场景里，还要把种草内容、标讯洞察和标书材料串在同一条链上。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方案：目标驱动战役 + AI 员工矩阵 + 可导出 Word。增量：内容工厂、标书工作台、真政采 NL2SQL。底座落在息壤与天翼云，赛道是惠民 AI+自选。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零讲解路径：点评委体验 → 打开已完成样例 → 导出成军周报 → 再看一张问数表。评委自己点也能走通——直接打实用性与完整性。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一人输入目标，五类角色并行，产物进抽屉，可预览、可导出 Word——创新点在可验收小队，不在多聊几句。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工程底座：Web 看板、司令 Agent、战役状态机、多 Agent、息壤 LLM、NL2SQL 与标讯库。无 Key 明确失败，禁止静默 mock。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双轨就绪：竞赛 Token 到手切 primary；之前用过渡模型也能真实 E2E。没有 Key 绝不假装成功——这是技术诚信，也是评委信任。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312条浙江政采真实标讯入库 PostgreSQL；15个 MCP 工具；样例周包种子化保证 60 秒可走通；产物可预览、可导出 Word。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标书材料工作台：粘贴招标文本 → 要求拆解 → 生成证据矩阵 → 导出 Word 附卷。电信员工熟悉的政企场景，OPC 也能成军。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五维对位：创新在 OS 形态，实用在周报与标讯成军，完整在 60 秒可走通，技术在多智能体与真数据，价值在惠民一人成军与电信政企落地。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先把一人成军跑通，再按 Token 与席位经营；模板与标讯越用越厚。惠民：让个体用得起、看得见交付的 AI 协作。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提交对齐：60 秒电影级视频、本 PPT、主仓 chengjuntai-opc-xirang、评委只读账号当面提供；公网 HTTPS 与正式 Token 按审批推进。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预赛打穿 60 秒与材料完整；复赛加深行业模板、证据矩阵与经营数据；远景行业方案包与孵化。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谢谢各位评委。欢迎提问，也可现在打开 Demo，点「评委 60 秒体验」自己走一遍。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537960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微软雅黑" panose="020B0503020204020204" charset="-122"/>
              </a:rPr>
              <a:t>1/14</a:t>
            </a:r>
            <a:endParaRPr sz="100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2_p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537960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微软雅黑" panose="020B0503020204020204" charset="-122"/>
              </a:rPr>
              <a:t>2/14</a:t>
            </a:r>
            <a:endParaRPr sz="100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3_sol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537960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微软雅黑" panose="020B0503020204020204" charset="-122"/>
              </a:rPr>
              <a:t>3/14</a:t>
            </a:r>
            <a:endParaRPr sz="100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4_timeline_60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537960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微软雅黑" panose="020B0503020204020204" charset="-122"/>
              </a:rPr>
              <a:t>4/14</a:t>
            </a:r>
            <a:endParaRPr sz="100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5_agent_matri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537960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微软雅黑" panose="020B0503020204020204" charset="-122"/>
              </a:rPr>
              <a:t>5/14</a:t>
            </a:r>
            <a:endParaRPr sz="100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6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537960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微软雅黑" panose="020B0503020204020204" charset="-122"/>
              </a:rPr>
              <a:t>6/14</a:t>
            </a:r>
            <a:endParaRPr sz="100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7_llm_provi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537960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微软雅黑" panose="020B0503020204020204" charset="-122"/>
              </a:rPr>
              <a:t>7/14</a:t>
            </a:r>
            <a:endParaRPr sz="100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8_metric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537960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微软雅黑" panose="020B0503020204020204" charset="-122"/>
              </a:rPr>
              <a:t>8/14</a:t>
            </a:r>
            <a:endParaRPr sz="100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9_evidence_matri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537960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微软雅黑" panose="020B0503020204020204" charset="-122"/>
              </a:rPr>
              <a:t>9/14</a:t>
            </a:r>
            <a:endParaRPr sz="100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10_five_dimensio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537960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微软雅黑" panose="020B0503020204020204" charset="-122"/>
              </a:rPr>
              <a:t>10/14</a:t>
            </a:r>
            <a:endParaRPr sz="100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11_business_va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537960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微软雅黑" panose="020B0503020204020204" charset="-122"/>
              </a:rPr>
              <a:t>11/14</a:t>
            </a:r>
            <a:endParaRPr sz="100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12_demo_proo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537960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微软雅黑" panose="020B0503020204020204" charset="-122"/>
              </a:rPr>
              <a:t>12/14</a:t>
            </a:r>
            <a:endParaRPr sz="100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13_road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537960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微软雅黑" panose="020B0503020204020204" charset="-122"/>
              </a:rPr>
              <a:t>13/14</a:t>
            </a:r>
            <a:endParaRPr sz="100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14_thank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537960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微软雅黑" panose="020B0503020204020204" charset="-122"/>
              </a:rPr>
              <a:t>14/14</a:t>
            </a:r>
            <a:endParaRPr sz="100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支付宝 AI 支付接入规划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i="1">
                <a:solidFill>
                  <a:srgbClr val="C8C8C8"/>
                </a:solidFill>
              </a:defRPr>
            </a:pPr>
            <a:r>
              <a:t>从「能做交付」进化到「能收钱的 OPC 操作系统」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33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1800" b="1">
                <a:solidFill>
                  <a:srgbClr val="FFFFFF"/>
                </a:solidFill>
              </a:defRPr>
            </a:pPr>
            <a:r>
              <a:t>【接入路径】</a:t>
            </a:r>
          </a:p>
          <a:p>
            <a:pPr algn="l">
              <a:spcBef>
                <a:spcPts val="400"/>
              </a:spcBef>
              <a:defRPr sz="1400">
                <a:solidFill>
                  <a:srgbClr val="B4B4B4"/>
                </a:solidFill>
              </a:defRPr>
            </a:pPr>
            <a:r>
              <a:t>  1. MCP 工具封装：将支付宝 AI 支付能力封装为成军台 MCP 工具</a:t>
            </a:r>
          </a:p>
          <a:p>
            <a:pPr algn="l">
              <a:spcBef>
                <a:spcPts val="400"/>
              </a:spcBef>
              <a:defRPr sz="1400">
                <a:solidFill>
                  <a:srgbClr val="B4B4B4"/>
                </a:solidFill>
              </a:defRPr>
            </a:pPr>
            <a:r>
              <a:t>     → AI付（用户向成军台支付：订阅/Token包）</a:t>
            </a:r>
          </a:p>
          <a:p>
            <a:pPr algn="l">
              <a:spcBef>
                <a:spcPts val="400"/>
              </a:spcBef>
              <a:defRPr sz="1400">
                <a:solidFill>
                  <a:srgbClr val="B4B4B4"/>
                </a:solidFill>
              </a:defRPr>
            </a:pPr>
            <a:r>
              <a:t>     → AI收（成军台向外部服务支付：壁韧 API/标讯数据）</a:t>
            </a:r>
          </a:p>
          <a:p>
            <a:pPr algn="l">
              <a:spcBef>
                <a:spcPts val="400"/>
              </a:spcBef>
              <a:defRPr sz="1400">
                <a:solidFill>
                  <a:srgbClr val="B4B4B4"/>
                </a:solidFill>
              </a:defRPr>
            </a:pPr>
            <a:r>
              <a:t>     → Token Pay（AI 内部微支付：LLM 级联算力成本分摊）</a:t>
            </a:r>
          </a:p>
          <a:p>
            <a:pPr algn="l">
              <a:spcBef>
                <a:spcPts val="400"/>
              </a:spcBef>
              <a:defRPr sz="1400">
                <a:solidFill>
                  <a:srgbClr val="B4B4B4"/>
                </a:solidFill>
              </a:defRPr>
            </a:pPr>
            <a:r>
              <a:t>  2. 战役状态机升级：新增 payment_required 节点</a:t>
            </a:r>
          </a:p>
          <a:p>
            <a:pPr algn="l">
              <a:spcBef>
                <a:spcPts val="400"/>
              </a:spcBef>
              <a:defRPr sz="1400">
                <a:solidFill>
                  <a:srgbClr val="B4B4B4"/>
                </a:solidFill>
              </a:defRPr>
            </a:pPr>
            <a:r>
              <a:t>     planned → running → awaiting_review → payment_required → completed</a:t>
            </a:r>
          </a:p>
          <a:p>
            <a:pPr algn="l">
              <a:spcBef>
                <a:spcPts val="400"/>
              </a:spcBef>
              <a:defRPr sz="1400">
                <a:solidFill>
                  <a:srgbClr val="B4B4B4"/>
                </a:solidFill>
              </a:defRPr>
            </a:pPr>
            <a:r>
              <a:t>【商业价值】</a:t>
            </a:r>
          </a:p>
          <a:p>
            <a:pPr algn="l">
              <a:spcBef>
                <a:spcPts val="400"/>
              </a:spcBef>
              <a:defRPr sz="1400">
                <a:solidFill>
                  <a:srgbClr val="B4B4B4"/>
                </a:solidFill>
              </a:defRPr>
            </a:pPr>
            <a:r>
              <a:t>  · SaaS 席位订阅 + Token 用量加成 + 支付通道 = 完整商业闭环</a:t>
            </a:r>
          </a:p>
          <a:p>
            <a:pPr algn="l">
              <a:spcBef>
                <a:spcPts val="400"/>
              </a:spcBef>
              <a:defRPr sz="1400">
                <a:solidFill>
                  <a:srgbClr val="B4B4B4"/>
                </a:solidFill>
              </a:defRPr>
            </a:pPr>
            <a:r>
              <a:t>  · B端（电信经营单元）+ C端（支付宝用户）双入口变现</a:t>
            </a:r>
          </a:p>
          <a:p>
            <a:pPr algn="l">
              <a:spcBef>
                <a:spcPts val="400"/>
              </a:spcBef>
              <a:defRPr sz="1400">
                <a:solidFill>
                  <a:srgbClr val="B4B4B4"/>
                </a:solidFill>
              </a:defRPr>
            </a:pPr>
            <a:r>
              <a:t>【战略契合】</a:t>
            </a:r>
          </a:p>
          <a:p>
            <a:pPr algn="l">
              <a:spcBef>
                <a:spcPts val="400"/>
              </a:spcBef>
              <a:defRPr sz="1400">
                <a:solidFill>
                  <a:srgbClr val="B4B4B4"/>
                </a:solidFill>
              </a:defRPr>
            </a:pPr>
            <a:r>
              <a:t>  · 支付宝 2026 年力推智能体商业生态（WAIC 重点发布）</a:t>
            </a:r>
          </a:p>
          <a:p>
            <a:pPr algn="l">
              <a:spcBef>
                <a:spcPts val="400"/>
              </a:spcBef>
              <a:defRPr sz="1400">
                <a:solidFill>
                  <a:srgbClr val="B4B4B4"/>
                </a:solidFill>
              </a:defRPr>
            </a:pPr>
            <a:r>
              <a:t>  · 累计 3 亿笔智能体交易，适配 95% 通用智能体框架</a:t>
            </a:r>
          </a:p>
          <a:p>
            <a:pPr algn="l">
              <a:spcBef>
                <a:spcPts val="400"/>
              </a:spcBef>
              <a:defRPr sz="1400">
                <a:solidFill>
                  <a:srgbClr val="B4B4B4"/>
                </a:solidFill>
              </a:defRPr>
            </a:pPr>
            <a:r>
              <a:t>  · 成军台作为电信内部赋能的 OPC 产品，天然适合接入</a:t>
            </a:r>
          </a:p>
          <a:p>
            <a:pPr algn="l">
              <a:spcBef>
                <a:spcPts val="400"/>
              </a:spcBef>
              <a:defRPr sz="1400">
                <a:solidFill>
                  <a:srgbClr val="B4B4B4"/>
                </a:solidFill>
              </a:defRPr>
            </a:pPr>
          </a:p>
          <a:p>
            <a:pPr algn="l">
              <a:spcBef>
                <a:spcPts val="1200"/>
              </a:spcBef>
              <a:defRPr sz="1800" b="1">
                <a:solidFill>
                  <a:srgbClr val="FFFFFF"/>
                </a:solidFill>
              </a:defRPr>
            </a:pPr>
            <a:r>
              <a:t>【一句话】成军台从「能做交付」进化到「能收钱的 OPC 操作系统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60" y="6419215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1">
                <a:solidFill>
                  <a:srgbClr val="3B82F6"/>
                </a:solidFill>
              </a:defRPr>
            </a:pPr>
            <a:r>
              <a:t>让 AI 不仅会做事，还会算账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</Words>
  <Application>WPS 演示</Application>
  <PresentationFormat>On-screen Show (4:3)</PresentationFormat>
  <Paragraphs>51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冯亦根</cp:lastModifiedBy>
  <cp:revision>2</cp:revision>
  <dcterms:created xsi:type="dcterms:W3CDTF">2013-01-27T09:14:00Z</dcterms:created>
  <dcterms:modified xsi:type="dcterms:W3CDTF">2026-08-06T05:54:12Z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value1","ContentProducer":"001191110000802100433B11010001191110000802100433B11010","ProduceID":"e4e8b9c3-f949-4786-9722-9930fcefccb7","ReservedCode1":"72dafc97cd38b92e5f3d5cdfd0dfbbe6","ContentPropagator":"001191110000802100433B11010001191110000802100433B11010","PropagateID":"685dbe25-69c8-4bed-a971-b7a3ed91b93e","ReservedCode2":"2734827274df537123a472bf4de01eb5"}</vt:lpwstr>
  </property>
  <property fmtid="{D5CDD505-2E9C-101B-9397-08002B2CF9AE}" pid="3" name="KSOProductBuildVer">
    <vt:lpwstr>2052-12.1.0.28043</vt:lpwstr>
  </property>
  <property fmtid="{D5CDD505-2E9C-101B-9397-08002B2CF9AE}" pid="4" name="ICV">
    <vt:lpwstr>C1F2FFF2FCFE4547A2302AE24AF1770F_12</vt:lpwstr>
  </property>
</Properties>
</file>